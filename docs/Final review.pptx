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B0DA-34D2-5100-E8D3-95700DF78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F3532-60CE-9022-F23D-8A7121316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6B55C-1021-7E99-B08A-B466B991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C7319-B852-CF00-90F1-46E9DD00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1F4D0-AFCF-F12D-A833-FDBA33F0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58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22F1-5F71-76EE-6D59-F8868947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1ED30-4ACE-CA3E-FAD4-6E92CBB97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09AC5-5712-1C91-486C-D6E59C8E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3F97D-6EF3-62BD-2E98-9AEE9FEC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C85ED-F024-2F9C-1EF7-41A6AAA7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65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9B0D-1601-121B-22DB-77AB9DB3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366F0-46B9-47E8-5199-5722E8B78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5AC08-3B1C-CEE1-56DD-3AA3FC02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A32A1-263C-5ED2-FB63-72C1A529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004CE-4252-2818-551E-12CB2EA7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51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16C6-3067-8079-9E0E-0B2DC561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49339-AAC8-79C4-FDEB-14E41AB3E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0C4F6-8712-5113-088C-25E75F11F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E0984-C416-92D7-EB9E-A62E5C3F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CEB5B-E61F-69CE-1E6B-63B180331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C365F-9811-1AF9-3245-4AA50C8E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19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7A62-682B-A2C7-8720-77C3A86C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32FC9-F8E1-E095-556A-8AF1FE0B8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328AE-EF84-3B50-AC33-AD360C156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D0E31-062F-3F3C-EA97-4BACAAF5A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5EF26-C08A-B53E-9A44-41AA7BFBC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B4721-5D6A-E7CA-CFD6-1E3367AF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4A541-BC61-D1D4-0DD2-ECF349F9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C5678-2C37-E914-243C-621A1E47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19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97E1-958D-2693-055D-D2C6C07F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C8054-308A-675A-7F69-58DC953D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3750D-1D1B-3E38-3C78-BEAD772B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2B1C3-2931-BF6A-D7D7-69D6827C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80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693C8-7EC9-DA6E-B226-DFCED7D6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C662C6-8376-387B-4E99-FF82BE4C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9BFA-33E8-C529-C39D-B0146DB7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75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B769-14EF-645C-C171-F82D0459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B132E-2C53-C57A-2D7B-081267ADA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589AE-8669-7661-D7BD-DCE938260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26978-FD5E-0E25-B73F-4612C7D3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CFDCB-2D6E-026F-DD2B-74766524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A92AE-00B8-3236-0E10-42D96CED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02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E480-4DC9-BF77-48CE-44B59627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BA9A6-C422-628B-38F2-D47AA1113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77590-D02A-5911-B68C-2A44933AF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59163-69E7-79A9-ACC3-DCF2BD04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004FB-F0D7-D4EF-F61A-97850DE7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82E0F-FC07-F4C1-92D1-4555BB76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9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5A0A-9D15-11B8-FB1B-F64B579F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0AEAC-5BC9-6C27-13C6-7710CA546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82A4C-F572-6E8A-5D3E-B5B2DF55B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63713-368A-EE38-9E43-203403BC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FAA7D-D6D4-E177-250B-FFF0CC99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95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AE9EB-FD21-F530-8726-12CCE929D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0F4FD-40B7-A2D6-D0D2-2DDB0A3B5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182B-5878-506D-C518-BD54313D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69EDD-366B-DC92-2BB5-226E697C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5013-6BF6-1DED-27E2-1DED0069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9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6FDF8-CD7B-7B6C-3AF5-BA31EA8E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88E84-B7D3-596E-0CAD-8594E0548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1E903-DE05-35D1-0255-1ABD95168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FA919-0DB5-40C0-BF34-C7B724F1C2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21014-2A32-4294-9C91-9B261473C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A5DE-B86A-B62E-275C-C75A37BFF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BFDC1-7D82-4797-B00D-5B67F24E2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69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6ACD-8FE9-1E63-E7C0-DA7BDA3F6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D01D1-2B4C-1548-6C33-04E89DD9D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54174F-3CA2-6A5F-4F8E-CE2903806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5651-A50D-3937-76AA-CD9A3A32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C2EE-9CD7-DA55-5D5F-ACD95E6B3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3A01C-2E91-867A-37A4-9269723035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86BB47-0F9C-699A-4BDE-36F780DDF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0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3A81-26C9-BA59-C17F-849CF9B7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B32D-9D93-B412-529C-EDF034C213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B1F2F-8FAB-532C-4E54-ABF005181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E55593-529D-70AD-884F-78FD70314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335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380F6-108A-0EA2-3846-28FE56C9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C06A5-4674-D46B-3781-D1739D5AE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A03BA-5B8A-4CBF-0EC0-01616D60C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02C6B3-CE6B-49CF-BA58-7B52C40B8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4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37D3C-75F4-2EB9-489D-AFDC0F27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4A5A-526A-6EEA-7EEC-3880565C4B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A387D-62CF-9A06-1659-B1D617081E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8374A8-A668-5B34-6476-E7026E8AD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9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56C4-EE52-7161-32FB-580844B8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5CAA-C19D-87E0-0518-14FDAC3083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03FB3-A7C6-B6FF-2F50-B3BD9DE744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A6B522-8163-227E-15B1-64736B42C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6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89E7-E802-956B-8F01-2E59E36A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A0CF-7B42-5C6D-485F-0AA92A298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F15FA-E20F-B76B-0887-FF83994DA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961D9B-989B-037F-F991-ABF8BDA3A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3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7072-800A-8FF4-F3F9-F953E00D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13BA-4EAA-8795-32F1-602D602DB0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148D6-BBE0-07FE-3D59-1360592FAA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3E78C4-4BA3-19A1-5D1A-4AD1FC841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02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D135-F911-20BE-9ACC-74485DF8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8738-51E1-038E-D976-1B3E21730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CBDB4-2947-2DF0-2C39-26D16BAEE2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430D4A-596E-168A-87CB-4C5998848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45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A4BA-C677-E5CE-04B6-72BE8344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4FE9-0B69-2BD8-7990-C3A4EC48F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9C9B1-E93E-F79D-8ED7-4B70110047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0A81B8-1145-AE42-DA3C-85DE6440B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00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FABA-FBE4-38FF-8D10-4E81B10F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1873-8079-FC94-94E4-A5874258C9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538E3-8A15-2FE5-E52D-AF2866D98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56D94F-C57F-6168-3A47-F1126A625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0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 Sehgal</dc:creator>
  <cp:lastModifiedBy>Vansh Sehgal</cp:lastModifiedBy>
  <cp:revision>1</cp:revision>
  <dcterms:created xsi:type="dcterms:W3CDTF">2025-11-05T21:11:37Z</dcterms:created>
  <dcterms:modified xsi:type="dcterms:W3CDTF">2025-11-05T21:16:49Z</dcterms:modified>
</cp:coreProperties>
</file>